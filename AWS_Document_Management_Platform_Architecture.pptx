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loan_number, loan_amount_minor_units, currency, loan_type, branch_code, signed_date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15 Production Endpoints Partitioned Across Ingestion, Lifecycle, Metadata, Download &amp; 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9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9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9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9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8 Dedicated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 &amp; Indexer microservices.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routes, authorizer, throttling limits, and CORS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FrontendStack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Observability Dashboards &amp; UI Support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CloudWatch metrics, alarms, and Streamlit UI container tasks.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Ingestion Protocol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Bimodal (Inline ≤4MB, Direct &gt;4MB)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API Gateway Streaming Only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Bypasses 10 MiB API Gateway ceiling and Lambda memory costs for multi-gigabyte files.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 In-Memory)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