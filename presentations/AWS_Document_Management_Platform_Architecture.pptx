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format, page_count,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 or format conversion.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loan_number, currency...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&amp; Shared Traits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20 Production Endpoints Partitioned Across Ingestion, Lifecycle, Metadata, Download, Search, Audit &amp; AI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/v1/documents/batch-download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Batch ZIP Export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JSZip, S3 Presign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/v1/documents/{id}/pages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Add PDF Pages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S3, DynamoDB OCC, pdf-lib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/v1/agent/chat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Bedrock AI Assistant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Bedrock Nova 2 Lite, Agent Tools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22068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/v1/metadata/suggest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Predictive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Bedrock Multimodal / Vision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2208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/v1/documents/{id}/audit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Audit Trail Query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Audit Bucket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7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DERIVED READ MODEL &amp;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On-Demand Format Conversion &amp; Derivative Caching (JPEG/PNG to PDF)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Dynamic In-Memory Transformation, S3 Derivative Caching &amp; WORM Lineage Invariance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⚡ In-Memory Transformation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Pure TypeScript Engine: </a:t>
            </a:r>
            <a:r>
              <a:rPr sz="900">
                <a:solidFill>
                  <a:srgbClr val="94A3B8"/>
                </a:solidFill>
                <a:latin typeface="Segoe UI"/>
              </a:rPr>
              <a:t>Uses lightweight pdf-lib for in-memory byte streaming without external binaries (ImageMagick/Ghostscript).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AWS Graviton (ARM64): </a:t>
            </a:r>
            <a:r>
              <a:rPr sz="900">
                <a:solidFill>
                  <a:srgbClr val="94A3B8"/>
                </a:solidFill>
                <a:latin typeface="Segoe UI"/>
              </a:rPr>
              <a:t>Executes within existing Query Lambdas in ~120ms with zero extra infrastructure overhead.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Dynamic Ingress: </a:t>
            </a:r>
            <a:r>
              <a:rPr sz="900">
                <a:solidFill>
                  <a:srgbClr val="94A3B8"/>
                </a:solidFill>
                <a:latin typeface="Segoe UI"/>
              </a:rPr>
              <a:t>Activated seamlessly via `?format=pdf` query parameter across Document, Download, and Version APIs.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233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🔒 Authority &amp; Derivative Cache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Deterministic S3 Keying: </a:t>
            </a:r>
            <a:r>
              <a:rPr sz="900">
                <a:solidFill>
                  <a:srgbClr val="94A3B8"/>
                </a:solidFill>
                <a:latin typeface="Segoe UI"/>
              </a:rPr>
              <a:t>Cached under `derivatives/{class}/{id}/{s3_version_id}.pdf` for instant O(1) cache hits.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WORM Boundary Invariant: </a:t>
            </a:r>
            <a:r>
              <a:rPr sz="900">
                <a:solidFill>
                  <a:srgbClr val="94A3B8"/>
                </a:solidFill>
                <a:latin typeface="Segoe UI"/>
              </a:rPr>
              <a:t>Conversions never mutate canonical S3 object versions or DynamoDB active control pointers.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Origin Metadata Tracking: </a:t>
            </a:r>
            <a:r>
              <a:rPr sz="900">
                <a:solidFill>
                  <a:srgbClr val="94A3B8"/>
                </a:solidFill>
                <a:latin typeface="Segoe UI"/>
              </a:rPr>
              <a:t>S3 user metadata tags (`x-amz-meta-origin-s3-version-id`, `x-amz-meta-converted-by`) guarantee end-to-end lineage.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186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066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💰 FinOps &amp; Lifecycle Rules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14-Day Auto-Purge: </a:t>
            </a:r>
            <a:r>
              <a:rPr sz="900">
                <a:solidFill>
                  <a:srgbClr val="94A3B8"/>
                </a:solidFill>
                <a:latin typeface="Segoe UI"/>
              </a:rPr>
              <a:t>Automated S3 Lifecycle Rule permanently expires derivative cache files after 14 days to prevent storage bloat.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80%+ Cache Hit Ratio: </a:t>
            </a:r>
            <a:r>
              <a:rPr sz="900">
                <a:solidFill>
                  <a:srgbClr val="94A3B8"/>
                </a:solidFill>
                <a:latin typeface="Segoe UI"/>
              </a:rPr>
              <a:t>Frequent downloads reuse cached derivative S3 presigned URLs without triggering redundant compute.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Graviton Cost Efficiency: </a:t>
            </a:r>
            <a:r>
              <a:rPr sz="900">
                <a:solidFill>
                  <a:srgbClr val="94A3B8"/>
                </a:solidFill>
                <a:latin typeface="Segoe UI"/>
              </a:rPr>
              <a:t>ARM64 architecture provides 20% lower price-per-millisecond than x86_64.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End-to-End Client Delivery Workflow: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1. Client calls `GET /documents/{id}?format=pdf` → 2. Query Lambda checks S3 cache → 3. If cache miss: fetches raw JPEG/PNG, converts in memory via Graviton, writes derivative with origin metadata to S3 → 4. Returns 15-min presigned download URL for instant PDF streaming.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Search Pipeline (15): OpenSearch Serverless collection executed with multi-attribute filtering and pagination. Bypasses primary S3/DynamoDB datastores for zero read load impact on transactional plane.</a:t>
            </a:r>
            <a:br/>
            <a:r>
              <a:t>• Deep Health Monitoring (01): Verifies active connectivity to DynamoDB, S3 Document Bucket, S3 Audit Bucket, SQS Queue, and OpenSearch Serverless collection in a single diagnostic sweep.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Multi-Document Batch Exports &amp; PDF Splicing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17 &amp; 18: POST /v1/documents/batch-download &amp; POST /v1/documents/{id}/pages</a:t>
            </a:r>
          </a:p>
        </p:txBody>
      </p:sp>
      <p:pic>
        <p:nvPicPr>
          <p:cNvPr id="5" name="Picture 4" descr="17_post_documents_batch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4242"/>
            <a:ext cx="5212080" cy="3203756"/>
          </a:xfrm>
          <a:prstGeom prst="rect">
            <a:avLst/>
          </a:prstGeom>
        </p:spPr>
      </p:pic>
      <p:pic>
        <p:nvPicPr>
          <p:cNvPr id="6" name="Picture 5" descr="18_post_documents_pag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4242"/>
            <a:ext cx="5212080" cy="32037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Batch Packaging &amp; Authoritative Page Mutation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Batch ZIP Export (17): Streams requested binaries concurrently from S3, bundles them in memory with audit manifest.json via JSZip, writes transient archive to S3 (14-day lifecycle), and returns 15-min presigned URL with zero canonical state mutation.</a:t>
            </a:r>
            <a:br/>
            <a:r>
              <a:t>• PDF Page Splicing (18): Merges incoming PDF/image pages in memory via pdf-lib on ARM64 Graviton, uploads result producing a new S3 VersionId, and atomically increments application_version and page_count via DynamoDB OCC.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AI &amp; BEDROCK AGENT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Conversational AI Assistant &amp; Form Pre-Fill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19 &amp; 20: POST /v1/agent/chat &amp; POST /v1/metadata/suggest (Amazon Bedrock Nova 2 Lite)</a:t>
            </a:r>
          </a:p>
        </p:txBody>
      </p:sp>
      <p:pic>
        <p:nvPicPr>
          <p:cNvPr id="5" name="Picture 4" descr="19_post_agent_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4242"/>
            <a:ext cx="5212080" cy="3203756"/>
          </a:xfrm>
          <a:prstGeom prst="rect">
            <a:avLst/>
          </a:prstGeom>
        </p:spPr>
      </p:pic>
      <p:pic>
        <p:nvPicPr>
          <p:cNvPr id="6" name="Picture 5" descr="20_post_metadata_sugge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0015"/>
            <a:ext cx="5212080" cy="303220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Amazon Bedrock Nova 2 Lite Integration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Conversational Document Assistant (19): Operates via Bedrock AgentCore harness with MCP tools (Search, Metadata, Download). Enforces caller RBAC context, formats monetary units accurately, mandates exact document/version citations, and preserves ephemeral session isolation.</a:t>
            </a:r>
            <a:br/>
            <a:r>
              <a:t>• Multimodal Metadata Suggestion (20): Analyzes uploaded PDF/image binaries with Bedrock Nova 2 Lite vision, extracting banking entities matching Ajv schemas with confidence scores to accelerate ingestion forms.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GOVERNANCE, AUDIT &amp; AI ENRICHMENT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Unified Audit Inspection &amp; Async LLM/PII Enrichment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21 &amp; 22: GET /v1/documents/{id}/audit &amp; Event-Driven Background LLM Ratchet</a:t>
            </a:r>
          </a:p>
        </p:txBody>
      </p:sp>
      <p:pic>
        <p:nvPicPr>
          <p:cNvPr id="5" name="Picture 4" descr="21_get_documents_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20077"/>
            <a:ext cx="5212080" cy="3052085"/>
          </a:xfrm>
          <a:prstGeom prst="rect">
            <a:avLst/>
          </a:prstGeom>
        </p:spPr>
      </p:pic>
      <p:pic>
        <p:nvPicPr>
          <p:cNvPr id="6" name="Picture 5" descr="22_async_llm_metadata_enrichm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4242"/>
            <a:ext cx="5212080" cy="32037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Audit Traceability &amp; Non-Downgrade Security Ratchet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Unified Audit Query (21): Directly aggregates WORM audit JSON logs from S3 Audit Bucket (`audit/{doc_id}/...`) with cursor pagination, delivering cryptographically verifiable chronological mutation history for compliance regulators.</a:t>
            </a:r>
            <a:br/>
            <a:r>
              <a:t>• Event-Driven LLM &amp; PII Enrichment (22): SQS-buffered background worker invokes Bedrock Nova 2 Lite for automated entity tagging and PII discovery, updates S3 annotations via DynamoDB OCC, and ratchets security classifications strictly without downgrades.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Serverless Web Portal &amp; Client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Cognito JWT Authentication &amp; Client-Side SHA256 Checksums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1-Click Persona Simulator: </a:t>
            </a:r>
            <a:r>
              <a:rPr sz="850">
                <a:solidFill>
                  <a:srgbClr val="94A3B8"/>
                </a:solidFill>
                <a:latin typeface="Segoe UI"/>
              </a:rPr>
              <a:t>Instant token generation for Document.Admin, Document.Writer, Document.Reader, and Compliance Officer.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sz="850">
                <a:solidFill>
                  <a:srgbClr val="94A3B8"/>
                </a:solidFill>
                <a:latin typeface="Segoe UI"/>
              </a:rPr>
              <a:t>Signs all HTTP requests with Cognito OAuth 2.0 / OpenID Connect JWT tokens.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sz="850">
                <a:solidFill>
                  <a:srgbClr val="94A3B8"/>
                </a:solidFill>
                <a:latin typeface="Segoe UI"/>
              </a:rPr>
              <a:t>Direct S3 presigned upload with client-side SHA256 hashing and inline binary upload (&lt; 4 MiB).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On-Demand PDF Delivery: </a:t>
            </a:r>
            <a:r>
              <a:rPr sz="850">
                <a:solidFill>
                  <a:srgbClr val="94A3B8"/>
                </a:solidFill>
                <a:latin typeface="Segoe UI"/>
              </a:rPr>
              <a:t>Dynamic in-browser PDF download button with automatic on-the-fly image conversion.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OpenSearch Discovery: </a:t>
            </a:r>
            <a:r>
              <a:rPr sz="850">
                <a:solidFill>
                  <a:srgbClr val="94A3B8"/>
                </a:solidFill>
                <a:latin typeface="Segoe UI"/>
              </a:rPr>
              <a:t>Real-time faceted exploration with dynamic status and attribute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Enterprise Security, KMS Cryptography &amp; Fine-Grained RBAC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Cognito JWT Scopes, Customer Managed KMS Keys (CMK) &amp; WORM Immutability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/pages (PDF Splice)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/batch-download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/agent/chat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80851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/metadata/suggest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80857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/audit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87168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786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487168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5786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Queues (Search Indexer + LLM Enrichment)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limits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19856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112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419856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5112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21 Graviton ARM64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Stream, Indexer &amp; Enricher 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52544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439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7. AgentStack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Bedrock Nova 2 Lite Assistant &amp; Gateway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AgentCore harness, MCP tools, and session execution.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4352544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44439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8.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20 routes, authorizer, throttling limits, and CORS configuration.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85232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37667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9. ServerlessReactFrontendStack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CloudFront CDN &amp; S3 React 18 SPA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Distributes high-speed React 18 static portal assets globally with TLS 1.3.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095" y="5285232"/>
            <a:ext cx="5212080" cy="8412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5255" y="537667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10.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CloudWatch Alarms, Dashboards &amp; Global Tagging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DLQ/5xx alarms, operational dashboards, and global resource tags.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Format Transformations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On-Demand In-Memory PDF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Eager pre-conversion / Permanent storage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Pure TypeScript Graviton compute, 14-day auto-purge S3 Lifecycle, WORM lineage preserved.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